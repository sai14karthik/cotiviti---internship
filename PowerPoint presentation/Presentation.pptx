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0"/>
  </p:normalViewPr>
  <p:slideViewPr>
    <p:cSldViewPr snapToGrid="0" snapToObjects="1">
      <p:cViewPr varScale="1">
        <p:scale>
          <a:sx n="120" d="100"/>
          <a:sy n="120" d="100"/>
        </p:scale>
        <p:origin x="15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Content Management in Health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CE5EE"/>
                </a:solidFill>
              </a:defRPr>
            </a:pPr>
            <a:r>
              <a:t>Strategic Opportunities for Cotiviti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3291840"/>
            <a:ext cx="36597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lang="en-US" dirty="0"/>
              <a:t>Sai Karthik Nallamothu</a:t>
            </a:r>
            <a:br>
              <a:rPr dirty="0"/>
            </a:br>
            <a:r>
              <a:rPr lang="en-US" dirty="0"/>
              <a:t>University of Central Florida</a:t>
            </a:r>
            <a:br>
              <a:rPr dirty="0"/>
            </a:br>
            <a:r>
              <a:rPr dirty="0"/>
              <a:t>Cotiviti Intern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</a:defRPr>
            </a:pPr>
            <a:r>
              <a:rPr dirty="0"/>
              <a:t>Why I chose Topic 3: Content Management in Health Care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</a:defRPr>
            </a:pPr>
            <a:r>
              <a:rPr dirty="0"/>
              <a:t>What the problem is and who it affects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</a:defRPr>
            </a:pPr>
            <a:r>
              <a:rPr dirty="0"/>
              <a:t>Trends, opportunities, and risks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</a:defRPr>
            </a:pPr>
            <a:r>
              <a:rPr dirty="0"/>
              <a:t>Where Cotiviti could invest next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</a:defRPr>
            </a:pPr>
            <a:r>
              <a:rPr dirty="0"/>
              <a:t>Proof of concept: Policy Intelligence demo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</a:defRPr>
            </a:pPr>
            <a:r>
              <a:rPr dirty="0"/>
              <a:t>Research sources and methods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This Topic?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EE"/>
                </a:solidFill>
              </a:defRPr>
            </a:pPr>
            <a:r>
              <a:t>Topic 3 · Billing policies, guidelines, contracts → executable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</a:defRPr>
            </a:pPr>
            <a:r>
              <a:rPr dirty="0"/>
              <a:t>Cotiviti's work sits at the intersection of policy text and payment systems</a:t>
            </a:r>
            <a:r>
              <a:rPr lang="en-US" dirty="0"/>
              <a:t>.</a:t>
            </a:r>
            <a:endParaRPr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</a:defRPr>
            </a:pPr>
            <a:r>
              <a:rPr dirty="0"/>
              <a:t>Payment Policy Management already ingests claims, contracts, and fee schedules</a:t>
            </a:r>
            <a:r>
              <a:rPr lang="en-US" dirty="0"/>
              <a:t>.</a:t>
            </a:r>
            <a:endParaRPr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</a:defRPr>
            </a:pPr>
            <a:r>
              <a:rPr dirty="0"/>
              <a:t>CMS updates NCCI edits quarterly — staying current is a real operational burden</a:t>
            </a:r>
            <a:r>
              <a:rPr lang="en-US" dirty="0"/>
              <a:t>.</a:t>
            </a:r>
            <a:endParaRPr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</a:defRPr>
            </a:pPr>
            <a:r>
              <a:rPr dirty="0"/>
              <a:t>GAO estimated ~$54B in improper Medicare payments in FY2024</a:t>
            </a:r>
            <a:r>
              <a:rPr lang="en-US" dirty="0"/>
              <a:t>.</a:t>
            </a:r>
            <a:endParaRPr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</a:defRPr>
            </a:pPr>
            <a:r>
              <a:rPr dirty="0"/>
              <a:t>Content management is a direct fit, not a generic </a:t>
            </a:r>
            <a:r>
              <a:t>AI pitch</a:t>
            </a:r>
            <a:r>
              <a:rPr lang="en-US"/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Is Healthcare Content Management?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Governing written rules that drive care delivery and reimbursement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Includes: NCCI edits, LCDs/NCDs, payer medical policies, provider contracts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Most content lives in PDFs and web pages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Payment systems need versioned, machine-checkable rules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Core challenge: know what changed, when, and how it affects claims editing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Policy authors publish documents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Health plans and vendors maintain rule libraries in separate systems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Manual tracking between the two is slow and error-prone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A missed quarterly NCCI update can mean paying claims that should be denied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Cotiviti clients need faster, auditable paths from policy → prepay edit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Trends Worth Watching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Policy volume keeps growing (NCCI, CPT, payer-specific libraries)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Language models improving on clinical and administrative text tasks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CMS pushing interoperability and structured prior-authorization data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Value-based payment models require aligned clinical + billing content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Regulators expect human review before automated payment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Opportunities &amp;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A87"/>
                </a:solidFill>
              </a:defRPr>
            </a:pPr>
            <a:r>
              <a:t>Opportunities</a:t>
            </a:r>
          </a:p>
          <a:p>
            <a:pPr>
              <a:spcBef>
                <a:spcPts val="600"/>
              </a:spcBef>
              <a:defRPr sz="1600">
                <a:solidFill>
                  <a:srgbClr val="2D2D2D"/>
                </a:solidFill>
              </a:defRPr>
            </a:pPr>
            <a:r>
              <a:t>Auto-ingest CMS and payer policy updates</a:t>
            </a:r>
          </a:p>
          <a:p>
            <a:pPr>
              <a:spcBef>
                <a:spcPts val="600"/>
              </a:spcBef>
              <a:defRPr sz="1600">
                <a:solidFill>
                  <a:srgbClr val="2D2D2D"/>
                </a:solidFill>
              </a:defRPr>
            </a:pPr>
            <a:r>
              <a:t>Side-by-side version diffs for analysts</a:t>
            </a:r>
          </a:p>
          <a:p>
            <a:pPr>
              <a:spcBef>
                <a:spcPts val="600"/>
              </a:spcBef>
              <a:defRPr sz="1600">
                <a:solidFill>
                  <a:srgbClr val="2D2D2D"/>
                </a:solidFill>
              </a:defRPr>
            </a:pPr>
            <a:r>
              <a:t>Draft rules with source citations for coder sign-off</a:t>
            </a:r>
          </a:p>
          <a:p>
            <a:pPr>
              <a:spcBef>
                <a:spcPts val="600"/>
              </a:spcBef>
              <a:defRPr sz="1600">
                <a:solidFill>
                  <a:srgbClr val="2D2D2D"/>
                </a:solidFill>
              </a:defRPr>
            </a:pPr>
            <a:r>
              <a:t>Change-impact reports tied to Cotiviti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0392B"/>
                </a:solidFill>
              </a:defRPr>
            </a:pPr>
            <a:r>
              <a:t>Risks</a:t>
            </a:r>
          </a:p>
          <a:p>
            <a:pPr>
              <a:spcBef>
                <a:spcPts val="600"/>
              </a:spcBef>
              <a:defRPr sz="1600">
                <a:solidFill>
                  <a:srgbClr val="2D2D2D"/>
                </a:solidFill>
              </a:defRPr>
            </a:pPr>
            <a:r>
              <a:t>EHR vendors building native coding checks</a:t>
            </a:r>
          </a:p>
          <a:p>
            <a:pPr>
              <a:spcBef>
                <a:spcPts val="600"/>
              </a:spcBef>
              <a:defRPr sz="1600">
                <a:solidFill>
                  <a:srgbClr val="2D2D2D"/>
                </a:solidFill>
              </a:defRPr>
            </a:pPr>
            <a:r>
              <a:t>LLM hallucination if rules deploy without review</a:t>
            </a:r>
          </a:p>
          <a:p>
            <a:pPr>
              <a:spcBef>
                <a:spcPts val="600"/>
              </a:spcBef>
              <a:defRPr sz="1600">
                <a:solidFill>
                  <a:srgbClr val="2D2D2D"/>
                </a:solidFill>
              </a:defRPr>
            </a:pPr>
            <a:r>
              <a:t>PHI in contracts requires strict data controls</a:t>
            </a:r>
          </a:p>
          <a:p>
            <a:pPr>
              <a:spcBef>
                <a:spcPts val="600"/>
              </a:spcBef>
              <a:defRPr sz="1600">
                <a:solidFill>
                  <a:srgbClr val="2D2D2D"/>
                </a:solidFill>
              </a:defRPr>
            </a:pPr>
            <a:r>
              <a:t>Clients need provenance, not black-box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Recommended Next Steps for Cotiviti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EE"/>
                </a:solidFill>
              </a:defRPr>
            </a:pPr>
            <a:r>
              <a:t>90-day pilot → measure accuracy on a curated policy test set →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Start small: policy feed tied to Payment Policy Management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Auto-pull public CMS updates; store each version with effective dates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Show analysts a plain summary + structured diff when rules change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Export draft JSON/XML rules with paragraph-level citations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Keep humans in the loop — coders approve before rules go live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Longer term: paid change-impact service for contracts and guidelines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Proof of Concept: Policy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EE"/>
                </a:solidFill>
              </a:defRPr>
            </a:pPr>
            <a:r>
              <a:t>Proof of Concept/ folder in GitHub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Built a simple Streamlit app (Python) to prove the core workflow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Uses synthetic NCCI-style sample policies — no PHI, no API keys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Three functions matching the report recommendations: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  ① Summarize policy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  ② Compare two versions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  ③ Extract PTP/MUE rules to JSON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Designed for speed and reliability in a live 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the POC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EE"/>
                </a:solidFill>
              </a:defRPr>
            </a:pPr>
            <a:r>
              <a:t>Offline-first · regex + difflib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371600" cy="4114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1. 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371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Load .txt policy or sample 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84248"/>
            <a:ext cx="1371600" cy="4114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Summarize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029967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Keyword scoring picks key sentences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42615"/>
            <a:ext cx="1371600" cy="4114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 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688335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Detect new edits, MUE changes, modifier updates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00983"/>
            <a:ext cx="1371600" cy="4114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4. 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346703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PTP pairs + unit limits → JSON with source_excerpt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59351"/>
            <a:ext cx="1371600" cy="4114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5.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005071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Human coder approves before engine deploy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POC Demo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5EE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Q1 → Q2 comparison detected 5 structured changes: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  · New PTP edit (90480 / G0008)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  · MUE revisions for CPT 36415 and 97110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    · Expanded modifier guidance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Extracted 4 PTP rules and 3 MUE rules from Q2 sample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Every JSON rule includes a source_excerpt for audit trail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Next: live walkthrough in Streamlit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Sources &amp;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Primary: CMS.gov (NCCI), GAO-25-107753, FDA CDS guidance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Industry: Cotiviti public Payment Accuracy materials, Everest Group 2025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Academic: Singhal et al. (2023), Sushant et al. (2024), Ji et al. (2023)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Methods: direct source reading, paraphrased notes, APA bibliography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POC: Python, Streamlit, pandas — no proprietary data used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Full source list: written report (page 3) + RESEARCH_SOURCES_AND_METHODS.md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33048" y="3200400"/>
            <a:ext cx="407791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E5EE"/>
                </a:solidFill>
              </a:defRPr>
            </a:pPr>
            <a:r>
              <a:rPr dirty="0"/>
              <a:t>Questions?  ·  [</a:t>
            </a:r>
            <a:r>
              <a:rPr lang="en-US" dirty="0"/>
              <a:t>nsai14karthik@gmail.com</a:t>
            </a:r>
            <a:r>
              <a:rPr dirty="0"/>
              <a:t>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743</Words>
  <Application>Microsoft Macintosh PowerPoint</Application>
  <PresentationFormat>On-screen Show (4:3)</PresentationFormat>
  <Paragraphs>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Karthik Nallamothu</cp:lastModifiedBy>
  <cp:revision>9</cp:revision>
  <dcterms:created xsi:type="dcterms:W3CDTF">2013-01-27T09:14:16Z</dcterms:created>
  <dcterms:modified xsi:type="dcterms:W3CDTF">2026-06-25T16:12:15Z</dcterms:modified>
  <cp:category/>
</cp:coreProperties>
</file>